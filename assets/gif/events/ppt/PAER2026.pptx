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7D7C1-B259-C5F7-491B-5B38E2602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5C2BD-DF5E-5C21-5144-35761A40F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23C71-CEB6-6B66-6E55-DA1CCBA10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B2C52-D508-4A76-B6F9-7DCB644793C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01AAD-90DB-07FC-5AC7-3CEE25DCD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2BA53-9F41-3886-FF75-20806D7E1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487-2FD3-49A2-A4EA-55FEB2002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583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AF4D-50BE-2AEC-9199-74552EE2E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CFECD-024F-3A0A-DDF7-801EEB01A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4767E-2491-E32A-067B-413FB91F1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B2C52-D508-4A76-B6F9-7DCB644793C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DB678-B5A2-8F90-6D94-B1F77B661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1CF13-466E-3D2E-2B03-D5ECCD1F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487-2FD3-49A2-A4EA-55FEB2002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467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1C2A-81DC-4F12-E8B5-25F2232EC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DD865-4912-7856-AE18-04DAB8663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97BB7-364C-4572-B023-3C24AFBA3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B2C52-D508-4A76-B6F9-7DCB644793C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9F351-C231-4653-C354-3FF109E42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50712-30BD-2090-FFFE-FDC7A931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487-2FD3-49A2-A4EA-55FEB2002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15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36836-7817-58EA-2CA5-691F44EF7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B1529-3002-6D4F-D099-177BB213AC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1E79B-1EEF-9A5C-BDDD-0D3A0EC88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2A4C4-D4C5-E809-7901-29FDA2936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B2C52-D508-4A76-B6F9-7DCB644793C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4C582-B2B8-61E5-7A11-4DA2C406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0CEF5-E41A-F71D-6535-F1D94692F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487-2FD3-49A2-A4EA-55FEB2002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07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59146-2193-C7CA-56C6-8E78EF625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F5B85-ED07-9465-529C-247953EAB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A5559-33BB-54F3-A356-3695595C7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ED157-362C-D386-A6A6-6C995484C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1F91F8-4478-27AC-1B91-F780E610FF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2DE61-A9EF-4178-4660-817899227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B2C52-D508-4A76-B6F9-7DCB644793C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753222-DC25-EB78-DCBC-A3618D41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B7AB8B-A347-038E-ED04-6ED03066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487-2FD3-49A2-A4EA-55FEB2002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24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4CA64-E245-E809-6BFD-4BC8C2130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AA89FF-6799-924C-D512-BC15A6CA0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B2C52-D508-4A76-B6F9-7DCB644793C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821A8D-6F63-0DA5-E757-292105CB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CB5D0-7D11-61BE-DF00-4A7409B4A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487-2FD3-49A2-A4EA-55FEB2002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1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1A3F5B-E0EF-3685-99E2-894B3493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B2C52-D508-4A76-B6F9-7DCB644793C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0EFBF-DBEB-9E5D-0B58-3B2A31F5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436A3-0422-F8BD-F7F1-00D4C8129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487-2FD3-49A2-A4EA-55FEB2002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12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449F6-E536-FDEE-E75E-3F9B43F83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6CB22-E7B9-79B6-F508-2944B944C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78DA2-54F7-D16B-FDFC-6639FBAD0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8A0DC-0E82-A020-3AFD-EB109A62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B2C52-D508-4A76-B6F9-7DCB644793C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C4DE1-A518-545A-3EED-D8EB4F04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B7B81-FC25-F285-2923-F75CECB1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487-2FD3-49A2-A4EA-55FEB2002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03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819ED-49C7-A5D1-D7C2-AAFD8481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C01026-7E2A-E153-A41F-3F4864982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B7ADA-6543-EF80-843B-7BA90CA41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C26D9-D8F5-644E-7931-4311EB64F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B2C52-D508-4A76-B6F9-7DCB644793C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342C3-9FCE-8DF0-6065-0B2C47F8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D9327-FA32-5145-06D0-379E711D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487-2FD3-49A2-A4EA-55FEB2002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267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849D-47E6-38E7-4222-82C23EB31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B7793-A8A5-D97B-6F09-9F40AB6B8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7A581-1F46-0961-4E04-1E8D50F3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B2C52-D508-4A76-B6F9-7DCB644793C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300BB-4375-5CE6-0AFB-8FFCA5598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69C9-7275-D974-B872-B31E4586F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487-2FD3-49A2-A4EA-55FEB2002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61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E3DDCF-6D28-423E-87AF-85AE64AD6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EA8E0-FDB4-D4F6-6894-C1D519692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9D637-6880-497E-8ED6-37AA2D32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B2C52-D508-4A76-B6F9-7DCB644793C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6D04B-5200-DB2F-A7C7-84C68DC21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1A06E-F5E5-FE65-8101-CBB9D2D8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487-2FD3-49A2-A4EA-55FEB2002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86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62108-15E7-0378-554B-DBC4D106B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BA11F-87DA-01F5-BF25-A026AF292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200D7-D28E-098C-E4CB-5816A77A4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B2C52-D508-4A76-B6F9-7DCB644793C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4FA2D-A629-0D67-F75F-2CA3A0914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C0421-CD0C-293C-8590-C5E304F17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F24487-2FD3-49A2-A4EA-55FEB2002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2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B01872-9A4E-EB2C-B8AE-B871585E9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7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AF9D7-6BE7-C269-CEC6-5052A470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FDF7DD9-86C9-561B-E565-4BC119E44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45855-F42C-EECD-8348-AF2A878AA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B6F10-8D6D-CA2E-A269-72B1565C3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68BB4D-B02D-3C42-1A67-FDD1361E5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27403-E98B-5241-907C-1E9A0B233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0" b="781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25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40CBB-4102-656E-A993-5B632D596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33E64E-5654-BD6C-DA08-F44948B21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602DC5-A2CA-8C34-63B7-6C979E917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0" b="781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08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0DC7A-6190-EF64-CED1-957D05D7E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CE9295-3FD7-1886-B9B8-174B647B9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3CE6CA-8CA6-548D-BC01-1F2349F2E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0" b="781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17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F5ED1-7E09-0D9C-074A-F3EA590B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790877-D5C3-8D2D-05FE-CE423F5ED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3014B-F4ED-7C8D-C0E9-B71E763BB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1" b="784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79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84204-A6B9-82D3-6276-96115A617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744D3E9-A97D-F96B-76CA-D1A01DCF1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5FD8B6-23C9-33D6-544C-03C0ECBD6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1" b="784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06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0966DA-5C1E-EABE-305D-127C7BEFA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D341CE1-0AA9-35DD-5D11-0A158BFE7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ADAF2-D677-DD35-4B81-0F6F3DA17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1" b="784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96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9FF26-BB37-3A29-701F-62128CBA7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41A8B7-E310-C201-4D1E-652B34CCD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1DAF2-D336-6A91-21D6-A8D922E1C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1" b="784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51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Vats</dc:creator>
  <cp:lastModifiedBy>Prince Vats</cp:lastModifiedBy>
  <cp:revision>1</cp:revision>
  <dcterms:created xsi:type="dcterms:W3CDTF">2026-04-09T12:23:15Z</dcterms:created>
  <dcterms:modified xsi:type="dcterms:W3CDTF">2026-04-09T12:28:10Z</dcterms:modified>
</cp:coreProperties>
</file>