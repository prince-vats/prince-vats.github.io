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7" r:id="rId5"/>
    <p:sldId id="26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976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920C-63A3-36C9-077C-BF16999CF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3484D-8E34-0A62-99AE-E81821621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AE6DD-E08B-6AB4-5657-4A6D5966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5BBF-683F-6905-9603-AA05AF75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312B-E13C-9FB9-455D-6B836AE5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40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4BDF-B29C-64A8-70CC-AEC171FC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A81E-B783-6D06-D95B-448ECFF30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0FDB-30C6-F796-7B83-1756F45F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8D58E-B944-42DA-6768-D6EBA599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CCDC7-F92A-133B-85AD-57099F03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0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80D6-37F9-8613-2C66-6550BAC7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04770-095F-279B-CC27-AE6894DEF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7A935-23AC-F1C3-DD5F-0715925E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105F-9CEF-F576-5A75-2293DD9B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4A6F3-4EF0-2763-5196-F2C4CEFE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6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8B79-D3F1-55C0-D527-9918C751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1DD9-5EBE-E5E3-6E57-A4A9649C4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7A57E-1BC8-0F92-BD04-5AF1C893E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6E559-70D8-936F-080D-51474034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69169-5F2F-3221-6FCB-04520B18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AAD65-98E1-8FC8-895C-C4061D7B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93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B847-1009-63F2-807D-B09B38AA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2532C-A767-2C0F-9E7B-97CDB3F87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A3A2B-5193-77B1-FFBC-AFAAE805C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ACC8E-0490-1617-B783-99F49FC57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1A2A2-EDF6-56E1-110A-E3F338136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34562-EF54-7D3A-43DE-63850476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2110B-CABB-E2FD-CCC5-CE7BFE6C3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DE198-0070-4B57-67F2-5C13D634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409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EE33-A978-59FC-396A-1B06D214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B1806-0A22-588D-1014-28E7732F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FBDDF-8319-5E39-C337-C8638B63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8A622-ED6A-D29F-C267-476E9100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443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E7CB1-619D-1CCD-6F0B-8638B7D0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59B0D1-D17C-3481-29F2-1E0406FC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821FC-C5EE-1616-6576-E06ED2EC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01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D24C-D827-5C72-4EA1-EF9B3AD9C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9E45-30FF-4AB8-6CDC-04FBE8315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0D357-5D2B-8933-881D-B6544E296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ABF44-72A3-097B-FD02-878426C8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F2095-6D05-6E8D-C790-64EF20CD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9AE-DE2A-591B-AC0E-B50E2478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9313-D7D9-BD5D-B536-EB89C7E1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0D8E8-44F2-571E-A383-2AA223C7C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1326E-05E1-FFFC-7896-C7DFA6C00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AED38-1565-0CFA-7478-08149E47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91B1A-640A-355C-55F8-BA422A75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C4DF1-9D5E-D11F-209C-11BA3642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91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0EE3-E7CD-1E2E-5BB6-8781D4DD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EA79E-1075-1C04-C8A8-249166A6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2F8D-1229-C611-1EFE-7ACF0068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56E6D-2A34-51DF-B818-3BBBEF15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E675D-F24B-B706-759D-8AECDDF7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63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9FB04D-2DD1-9ADA-6C16-4EA592D56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425C3-F572-C188-CCAE-48FE0C4F7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8B8-E72F-EC62-C889-8D5ED051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5F5D1-0AF6-3EEA-A759-9B9AFFF3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770B8-2402-E2F7-E30A-2ACF0CD3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26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699A4-0514-8174-0440-5AC7CDD5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5EB53-7AAF-0480-7861-610100CD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6A0BF-45DE-ED0F-3472-1D671AB82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46405-92BE-4AB4-B981-F88F644D72A2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5C66E-6EFD-8F62-5092-89DBFF594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D2F62-C2E6-298C-5791-0F2D2DB0A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16994-535D-464C-BC95-FD23BE597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49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CF26D-FEB0-88CC-5B0C-492B30DB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39C7BB-B268-3ECF-D0F3-F276306E8A53}"/>
              </a:ext>
            </a:extLst>
          </p:cNvPr>
          <p:cNvGrpSpPr/>
          <p:nvPr/>
        </p:nvGrpSpPr>
        <p:grpSpPr>
          <a:xfrm>
            <a:off x="1689215" y="209152"/>
            <a:ext cx="9159349" cy="6147198"/>
            <a:chOff x="1079500" y="-14074"/>
            <a:chExt cx="10239417" cy="6872074"/>
          </a:xfrm>
        </p:grpSpPr>
        <p:pic>
          <p:nvPicPr>
            <p:cNvPr id="5" name="Picture 4" descr="timeline">
              <a:extLst>
                <a:ext uri="{FF2B5EF4-FFF2-40B4-BE49-F238E27FC236}">
                  <a16:creationId xmlns:a16="http://schemas.microsoft.com/office/drawing/2014/main" id="{A7D02797-89FD-69FB-5038-6F259EB36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2200" y="0"/>
              <a:ext cx="5146717" cy="6858000"/>
            </a:xfrm>
            <a:prstGeom prst="rect">
              <a:avLst/>
            </a:prstGeom>
          </p:spPr>
        </p:pic>
        <p:pic>
          <p:nvPicPr>
            <p:cNvPr id="6" name="Picture 5" descr="View image">
              <a:extLst>
                <a:ext uri="{FF2B5EF4-FFF2-40B4-BE49-F238E27FC236}">
                  <a16:creationId xmlns:a16="http://schemas.microsoft.com/office/drawing/2014/main" id="{47CA37CF-01F2-A228-58A1-477FAD10F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9500" y="-14074"/>
              <a:ext cx="4860883" cy="68720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4507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D88AF-7885-3415-09C2-0F919A1D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View image">
            <a:extLst>
              <a:ext uri="{FF2B5EF4-FFF2-40B4-BE49-F238E27FC236}">
                <a16:creationId xmlns:a16="http://schemas.microsoft.com/office/drawing/2014/main" id="{85244AC6-90A5-B4FE-D6DB-0336F60E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7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D17DB-085B-FFA2-5B2F-996708A6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View image">
            <a:extLst>
              <a:ext uri="{FF2B5EF4-FFF2-40B4-BE49-F238E27FC236}">
                <a16:creationId xmlns:a16="http://schemas.microsoft.com/office/drawing/2014/main" id="{CCD4ED4C-A181-A22B-B348-768C91795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75" b="147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6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232F-AF0C-AB25-6E5C-85648FF0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View image">
            <a:extLst>
              <a:ext uri="{FF2B5EF4-FFF2-40B4-BE49-F238E27FC236}">
                <a16:creationId xmlns:a16="http://schemas.microsoft.com/office/drawing/2014/main" id="{8FFAD932-CFA9-FF42-957D-7EF7AF292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" y="1054100"/>
            <a:ext cx="12159488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8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75CEF-9D0A-95B5-B9DB-9356DBCD9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 descr="View image">
            <a:extLst>
              <a:ext uri="{FF2B5EF4-FFF2-40B4-BE49-F238E27FC236}">
                <a16:creationId xmlns:a16="http://schemas.microsoft.com/office/drawing/2014/main" id="{23BA0C0D-6FFB-2A52-FF67-6BAE35E68A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9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9C34E-175C-6EFD-81EC-8BA0517B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View image">
            <a:extLst>
              <a:ext uri="{FF2B5EF4-FFF2-40B4-BE49-F238E27FC236}">
                <a16:creationId xmlns:a16="http://schemas.microsoft.com/office/drawing/2014/main" id="{179E8100-3D2E-A7ED-3492-894ABCCC9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4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30084-942A-E43A-0FED-C77935953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View image">
            <a:extLst>
              <a:ext uri="{FF2B5EF4-FFF2-40B4-BE49-F238E27FC236}">
                <a16:creationId xmlns:a16="http://schemas.microsoft.com/office/drawing/2014/main" id="{AF75F3D7-F8C6-158C-7905-A601F661E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" b="1539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85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25D50-C92B-672B-EA08-F6760FB5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30F782-FFC5-E7CE-9925-C8EBF8C23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9" r="24454"/>
          <a:stretch>
            <a:fillRect/>
          </a:stretch>
        </p:blipFill>
        <p:spPr>
          <a:xfrm rot="5400000">
            <a:off x="2667000" y="-2667001"/>
            <a:ext cx="6858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32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823B7-CE15-E6F2-F50B-F40576016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2C56E-1E93-20A9-0E49-5DCB4898A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 24310046</dc:creator>
  <cp:lastModifiedBy>Prince Vats 24310046</cp:lastModifiedBy>
  <cp:revision>1</cp:revision>
  <dcterms:created xsi:type="dcterms:W3CDTF">2026-07-27T18:10:48Z</dcterms:created>
  <dcterms:modified xsi:type="dcterms:W3CDTF">2026-07-27T18:23:52Z</dcterms:modified>
</cp:coreProperties>
</file>