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10799763" cy="10799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45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7" d="100"/>
          <a:sy n="67" d="100"/>
        </p:scale>
        <p:origin x="256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9982" y="1767462"/>
            <a:ext cx="9179799" cy="3759917"/>
          </a:xfrm>
        </p:spPr>
        <p:txBody>
          <a:bodyPr anchor="b"/>
          <a:lstStyle>
            <a:lvl1pPr algn="ctr">
              <a:defRPr sz="708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49971" y="5672376"/>
            <a:ext cx="8099822" cy="2607442"/>
          </a:xfrm>
        </p:spPr>
        <p:txBody>
          <a:bodyPr/>
          <a:lstStyle>
            <a:lvl1pPr marL="0" indent="0" algn="ctr">
              <a:buNone/>
              <a:defRPr sz="2835"/>
            </a:lvl1pPr>
            <a:lvl2pPr marL="539999" indent="0" algn="ctr">
              <a:buNone/>
              <a:defRPr sz="2362"/>
            </a:lvl2pPr>
            <a:lvl3pPr marL="1079998" indent="0" algn="ctr">
              <a:buNone/>
              <a:defRPr sz="2126"/>
            </a:lvl3pPr>
            <a:lvl4pPr marL="1619997" indent="0" algn="ctr">
              <a:buNone/>
              <a:defRPr sz="1890"/>
            </a:lvl4pPr>
            <a:lvl5pPr marL="2159996" indent="0" algn="ctr">
              <a:buNone/>
              <a:defRPr sz="1890"/>
            </a:lvl5pPr>
            <a:lvl6pPr marL="2699995" indent="0" algn="ctr">
              <a:buNone/>
              <a:defRPr sz="1890"/>
            </a:lvl6pPr>
            <a:lvl7pPr marL="3239994" indent="0" algn="ctr">
              <a:buNone/>
              <a:defRPr sz="1890"/>
            </a:lvl7pPr>
            <a:lvl8pPr marL="3779992" indent="0" algn="ctr">
              <a:buNone/>
              <a:defRPr sz="1890"/>
            </a:lvl8pPr>
            <a:lvl9pPr marL="4319991" indent="0" algn="ctr">
              <a:buNone/>
              <a:defRPr sz="189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327A6-6E4D-4D84-8288-EF901B68E2D9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39F43-0F5D-44D2-9C83-BC56F63D56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271238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327A6-6E4D-4D84-8288-EF901B68E2D9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39F43-0F5D-44D2-9C83-BC56F63D56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790834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859" y="2692444"/>
            <a:ext cx="9314796" cy="4492401"/>
          </a:xfrm>
        </p:spPr>
        <p:txBody>
          <a:bodyPr anchor="b"/>
          <a:lstStyle>
            <a:lvl1pPr>
              <a:defRPr sz="708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859" y="7227345"/>
            <a:ext cx="9314796" cy="2362447"/>
          </a:xfrm>
        </p:spPr>
        <p:txBody>
          <a:bodyPr/>
          <a:lstStyle>
            <a:lvl1pPr marL="0" indent="0">
              <a:buNone/>
              <a:defRPr sz="2835">
                <a:solidFill>
                  <a:schemeClr val="tx1">
                    <a:tint val="82000"/>
                  </a:schemeClr>
                </a:solidFill>
              </a:defRPr>
            </a:lvl1pPr>
            <a:lvl2pPr marL="539999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2pPr>
            <a:lvl3pPr marL="1079998" indent="0">
              <a:buNone/>
              <a:defRPr sz="2126">
                <a:solidFill>
                  <a:schemeClr val="tx1">
                    <a:tint val="82000"/>
                  </a:schemeClr>
                </a:solidFill>
              </a:defRPr>
            </a:lvl3pPr>
            <a:lvl4pPr marL="1619997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4pPr>
            <a:lvl5pPr marL="2159996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5pPr>
            <a:lvl6pPr marL="2699995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6pPr>
            <a:lvl7pPr marL="3239994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7pPr>
            <a:lvl8pPr marL="3779992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8pPr>
            <a:lvl9pPr marL="4319991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327A6-6E4D-4D84-8288-EF901B68E2D9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39F43-0F5D-44D2-9C83-BC56F63D56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998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42484" y="2874937"/>
            <a:ext cx="4589899" cy="68523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67380" y="2874937"/>
            <a:ext cx="4589899" cy="68523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327A6-6E4D-4D84-8288-EF901B68E2D9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39F43-0F5D-44D2-9C83-BC56F63D56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35095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3890" y="574990"/>
            <a:ext cx="9314796" cy="208745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3892" y="2647443"/>
            <a:ext cx="4568805" cy="1297471"/>
          </a:xfrm>
        </p:spPr>
        <p:txBody>
          <a:bodyPr anchor="b"/>
          <a:lstStyle>
            <a:lvl1pPr marL="0" indent="0">
              <a:buNone/>
              <a:defRPr sz="2835" b="1"/>
            </a:lvl1pPr>
            <a:lvl2pPr marL="539999" indent="0">
              <a:buNone/>
              <a:defRPr sz="2362" b="1"/>
            </a:lvl2pPr>
            <a:lvl3pPr marL="1079998" indent="0">
              <a:buNone/>
              <a:defRPr sz="2126" b="1"/>
            </a:lvl3pPr>
            <a:lvl4pPr marL="1619997" indent="0">
              <a:buNone/>
              <a:defRPr sz="1890" b="1"/>
            </a:lvl4pPr>
            <a:lvl5pPr marL="2159996" indent="0">
              <a:buNone/>
              <a:defRPr sz="1890" b="1"/>
            </a:lvl5pPr>
            <a:lvl6pPr marL="2699995" indent="0">
              <a:buNone/>
              <a:defRPr sz="1890" b="1"/>
            </a:lvl6pPr>
            <a:lvl7pPr marL="3239994" indent="0">
              <a:buNone/>
              <a:defRPr sz="1890" b="1"/>
            </a:lvl7pPr>
            <a:lvl8pPr marL="3779992" indent="0">
              <a:buNone/>
              <a:defRPr sz="1890" b="1"/>
            </a:lvl8pPr>
            <a:lvl9pPr marL="4319991" indent="0">
              <a:buNone/>
              <a:defRPr sz="189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3892" y="3944914"/>
            <a:ext cx="4568805" cy="58023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67381" y="2647443"/>
            <a:ext cx="4591306" cy="1297471"/>
          </a:xfrm>
        </p:spPr>
        <p:txBody>
          <a:bodyPr anchor="b"/>
          <a:lstStyle>
            <a:lvl1pPr marL="0" indent="0">
              <a:buNone/>
              <a:defRPr sz="2835" b="1"/>
            </a:lvl1pPr>
            <a:lvl2pPr marL="539999" indent="0">
              <a:buNone/>
              <a:defRPr sz="2362" b="1"/>
            </a:lvl2pPr>
            <a:lvl3pPr marL="1079998" indent="0">
              <a:buNone/>
              <a:defRPr sz="2126" b="1"/>
            </a:lvl3pPr>
            <a:lvl4pPr marL="1619997" indent="0">
              <a:buNone/>
              <a:defRPr sz="1890" b="1"/>
            </a:lvl4pPr>
            <a:lvl5pPr marL="2159996" indent="0">
              <a:buNone/>
              <a:defRPr sz="1890" b="1"/>
            </a:lvl5pPr>
            <a:lvl6pPr marL="2699995" indent="0">
              <a:buNone/>
              <a:defRPr sz="1890" b="1"/>
            </a:lvl6pPr>
            <a:lvl7pPr marL="3239994" indent="0">
              <a:buNone/>
              <a:defRPr sz="1890" b="1"/>
            </a:lvl7pPr>
            <a:lvl8pPr marL="3779992" indent="0">
              <a:buNone/>
              <a:defRPr sz="1890" b="1"/>
            </a:lvl8pPr>
            <a:lvl9pPr marL="4319991" indent="0">
              <a:buNone/>
              <a:defRPr sz="189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67381" y="3944914"/>
            <a:ext cx="4591306" cy="58023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327A6-6E4D-4D84-8288-EF901B68E2D9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39F43-0F5D-44D2-9C83-BC56F63D56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433475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327A6-6E4D-4D84-8288-EF901B68E2D9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39F43-0F5D-44D2-9C83-BC56F63D56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399294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327A6-6E4D-4D84-8288-EF901B68E2D9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39F43-0F5D-44D2-9C83-BC56F63D56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124462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3890" y="719984"/>
            <a:ext cx="3483205" cy="2519945"/>
          </a:xfrm>
        </p:spPr>
        <p:txBody>
          <a:bodyPr anchor="b"/>
          <a:lstStyle>
            <a:lvl1pPr>
              <a:defRPr sz="37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91306" y="1554968"/>
            <a:ext cx="5467380" cy="7674832"/>
          </a:xfrm>
        </p:spPr>
        <p:txBody>
          <a:bodyPr/>
          <a:lstStyle>
            <a:lvl1pPr>
              <a:defRPr sz="3780"/>
            </a:lvl1pPr>
            <a:lvl2pPr>
              <a:defRPr sz="3307"/>
            </a:lvl2pPr>
            <a:lvl3pPr>
              <a:defRPr sz="2835"/>
            </a:lvl3pPr>
            <a:lvl4pPr>
              <a:defRPr sz="2362"/>
            </a:lvl4pPr>
            <a:lvl5pPr>
              <a:defRPr sz="2362"/>
            </a:lvl5pPr>
            <a:lvl6pPr>
              <a:defRPr sz="2362"/>
            </a:lvl6pPr>
            <a:lvl7pPr>
              <a:defRPr sz="2362"/>
            </a:lvl7pPr>
            <a:lvl8pPr>
              <a:defRPr sz="2362"/>
            </a:lvl8pPr>
            <a:lvl9pPr>
              <a:defRPr sz="236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3890" y="3239929"/>
            <a:ext cx="3483205" cy="6002369"/>
          </a:xfrm>
        </p:spPr>
        <p:txBody>
          <a:bodyPr/>
          <a:lstStyle>
            <a:lvl1pPr marL="0" indent="0">
              <a:buNone/>
              <a:defRPr sz="1890"/>
            </a:lvl1pPr>
            <a:lvl2pPr marL="539999" indent="0">
              <a:buNone/>
              <a:defRPr sz="1654"/>
            </a:lvl2pPr>
            <a:lvl3pPr marL="1079998" indent="0">
              <a:buNone/>
              <a:defRPr sz="1417"/>
            </a:lvl3pPr>
            <a:lvl4pPr marL="1619997" indent="0">
              <a:buNone/>
              <a:defRPr sz="1181"/>
            </a:lvl4pPr>
            <a:lvl5pPr marL="2159996" indent="0">
              <a:buNone/>
              <a:defRPr sz="1181"/>
            </a:lvl5pPr>
            <a:lvl6pPr marL="2699995" indent="0">
              <a:buNone/>
              <a:defRPr sz="1181"/>
            </a:lvl6pPr>
            <a:lvl7pPr marL="3239994" indent="0">
              <a:buNone/>
              <a:defRPr sz="1181"/>
            </a:lvl7pPr>
            <a:lvl8pPr marL="3779992" indent="0">
              <a:buNone/>
              <a:defRPr sz="1181"/>
            </a:lvl8pPr>
            <a:lvl9pPr marL="4319991" indent="0">
              <a:buNone/>
              <a:defRPr sz="118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327A6-6E4D-4D84-8288-EF901B68E2D9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39F43-0F5D-44D2-9C83-BC56F63D56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476082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3890" y="719984"/>
            <a:ext cx="3483205" cy="2519945"/>
          </a:xfrm>
        </p:spPr>
        <p:txBody>
          <a:bodyPr anchor="b"/>
          <a:lstStyle>
            <a:lvl1pPr>
              <a:defRPr sz="37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91306" y="1554968"/>
            <a:ext cx="5467380" cy="7674832"/>
          </a:xfrm>
        </p:spPr>
        <p:txBody>
          <a:bodyPr anchor="t"/>
          <a:lstStyle>
            <a:lvl1pPr marL="0" indent="0">
              <a:buNone/>
              <a:defRPr sz="3780"/>
            </a:lvl1pPr>
            <a:lvl2pPr marL="539999" indent="0">
              <a:buNone/>
              <a:defRPr sz="3307"/>
            </a:lvl2pPr>
            <a:lvl3pPr marL="1079998" indent="0">
              <a:buNone/>
              <a:defRPr sz="2835"/>
            </a:lvl3pPr>
            <a:lvl4pPr marL="1619997" indent="0">
              <a:buNone/>
              <a:defRPr sz="2362"/>
            </a:lvl4pPr>
            <a:lvl5pPr marL="2159996" indent="0">
              <a:buNone/>
              <a:defRPr sz="2362"/>
            </a:lvl5pPr>
            <a:lvl6pPr marL="2699995" indent="0">
              <a:buNone/>
              <a:defRPr sz="2362"/>
            </a:lvl6pPr>
            <a:lvl7pPr marL="3239994" indent="0">
              <a:buNone/>
              <a:defRPr sz="2362"/>
            </a:lvl7pPr>
            <a:lvl8pPr marL="3779992" indent="0">
              <a:buNone/>
              <a:defRPr sz="2362"/>
            </a:lvl8pPr>
            <a:lvl9pPr marL="4319991" indent="0">
              <a:buNone/>
              <a:defRPr sz="2362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3890" y="3239929"/>
            <a:ext cx="3483205" cy="6002369"/>
          </a:xfrm>
        </p:spPr>
        <p:txBody>
          <a:bodyPr/>
          <a:lstStyle>
            <a:lvl1pPr marL="0" indent="0">
              <a:buNone/>
              <a:defRPr sz="1890"/>
            </a:lvl1pPr>
            <a:lvl2pPr marL="539999" indent="0">
              <a:buNone/>
              <a:defRPr sz="1654"/>
            </a:lvl2pPr>
            <a:lvl3pPr marL="1079998" indent="0">
              <a:buNone/>
              <a:defRPr sz="1417"/>
            </a:lvl3pPr>
            <a:lvl4pPr marL="1619997" indent="0">
              <a:buNone/>
              <a:defRPr sz="1181"/>
            </a:lvl4pPr>
            <a:lvl5pPr marL="2159996" indent="0">
              <a:buNone/>
              <a:defRPr sz="1181"/>
            </a:lvl5pPr>
            <a:lvl6pPr marL="2699995" indent="0">
              <a:buNone/>
              <a:defRPr sz="1181"/>
            </a:lvl6pPr>
            <a:lvl7pPr marL="3239994" indent="0">
              <a:buNone/>
              <a:defRPr sz="1181"/>
            </a:lvl7pPr>
            <a:lvl8pPr marL="3779992" indent="0">
              <a:buNone/>
              <a:defRPr sz="1181"/>
            </a:lvl8pPr>
            <a:lvl9pPr marL="4319991" indent="0">
              <a:buNone/>
              <a:defRPr sz="118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327A6-6E4D-4D84-8288-EF901B68E2D9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39F43-0F5D-44D2-9C83-BC56F63D56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440097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327A6-6E4D-4D84-8288-EF901B68E2D9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39F43-0F5D-44D2-9C83-BC56F63D56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05372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728581" y="574987"/>
            <a:ext cx="2328699" cy="91523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2484" y="574987"/>
            <a:ext cx="6851100" cy="91523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327A6-6E4D-4D84-8288-EF901B68E2D9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939F43-0F5D-44D2-9C83-BC56F63D56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418534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42484" y="574990"/>
            <a:ext cx="9314796" cy="2087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2484" y="2874937"/>
            <a:ext cx="9314796" cy="6852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2484" y="10009783"/>
            <a:ext cx="2429947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1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9327A6-6E4D-4D84-8288-EF901B68E2D9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77422" y="10009783"/>
            <a:ext cx="3644920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1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27332" y="10009783"/>
            <a:ext cx="2429947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1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939F43-0F5D-44D2-9C83-BC56F63D569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965586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079998" rtl="0" eaLnBrk="1" latinLnBrk="0" hangingPunct="1">
        <a:lnSpc>
          <a:spcPct val="90000"/>
        </a:lnSpc>
        <a:spcBef>
          <a:spcPct val="0"/>
        </a:spcBef>
        <a:buNone/>
        <a:defRPr sz="519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9999" indent="-269999" algn="l" defTabSz="1079998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3307" kern="1200">
          <a:solidFill>
            <a:schemeClr val="tx1"/>
          </a:solidFill>
          <a:latin typeface="+mn-lt"/>
          <a:ea typeface="+mn-ea"/>
          <a:cs typeface="+mn-cs"/>
        </a:defRPr>
      </a:lvl1pPr>
      <a:lvl2pPr marL="809998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2pPr>
      <a:lvl3pPr marL="1349997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3pPr>
      <a:lvl4pPr marL="1889996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4pPr>
      <a:lvl5pPr marL="2429995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5pPr>
      <a:lvl6pPr marL="2969994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6pPr>
      <a:lvl7pPr marL="3509993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7pPr>
      <a:lvl8pPr marL="4049992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8pPr>
      <a:lvl9pPr marL="4589991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1pPr>
      <a:lvl2pPr marL="539999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2pPr>
      <a:lvl3pPr marL="1079998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3pPr>
      <a:lvl4pPr marL="1619997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4pPr>
      <a:lvl5pPr marL="2159996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5pPr>
      <a:lvl6pPr marL="2699995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6pPr>
      <a:lvl7pPr marL="3239994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7pPr>
      <a:lvl8pPr marL="3779992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8pPr>
      <a:lvl9pPr marL="4319991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F27783B-E2DA-A0E9-4DA6-6792680BA11C}"/>
              </a:ext>
            </a:extLst>
          </p:cNvPr>
          <p:cNvSpPr txBox="1"/>
          <p:nvPr/>
        </p:nvSpPr>
        <p:spPr>
          <a:xfrm>
            <a:off x="0" y="1975867"/>
            <a:ext cx="10799762" cy="68480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3900" dirty="0">
                <a:solidFill>
                  <a:srgbClr val="FF4500"/>
                </a:solidFill>
                <a:latin typeface="Arial Black" panose="020B0A04020102020204" pitchFamily="34" charset="0"/>
                <a:ea typeface="ADLaM Display" panose="02010000000000000000" pitchFamily="2" charset="0"/>
                <a:cs typeface="ADLaM Display" panose="02010000000000000000" pitchFamily="2" charset="0"/>
              </a:rPr>
              <a:t>PV</a:t>
            </a:r>
            <a:endParaRPr lang="en-IN" sz="43900" dirty="0">
              <a:solidFill>
                <a:srgbClr val="FF4500"/>
              </a:solidFill>
              <a:latin typeface="Arial Black" panose="020B0A04020102020204" pitchFamily="34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22963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8BEA6-0E7E-79BE-3D13-AD81B56A4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03CF23D-3C1B-2D52-1F8F-12FDA4155A31}"/>
              </a:ext>
            </a:extLst>
          </p:cNvPr>
          <p:cNvSpPr txBox="1"/>
          <p:nvPr/>
        </p:nvSpPr>
        <p:spPr>
          <a:xfrm>
            <a:off x="0" y="1975867"/>
            <a:ext cx="10799762" cy="68480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3900" dirty="0">
                <a:solidFill>
                  <a:schemeClr val="bg1"/>
                </a:solidFill>
                <a:latin typeface="Arial Black" panose="020B0A04020102020204" pitchFamily="34" charset="0"/>
                <a:ea typeface="ADLaM Display" panose="02010000000000000000" pitchFamily="2" charset="0"/>
                <a:cs typeface="ADLaM Display" panose="02010000000000000000" pitchFamily="2" charset="0"/>
              </a:rPr>
              <a:t>PV</a:t>
            </a:r>
            <a:endParaRPr lang="en-IN" sz="43900" dirty="0">
              <a:solidFill>
                <a:schemeClr val="bg1"/>
              </a:solidFill>
              <a:latin typeface="Arial Black" panose="020B0A04020102020204" pitchFamily="34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28051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19</TotalTime>
  <Words>2</Words>
  <Application>Microsoft Office PowerPoint</Application>
  <PresentationFormat>Custom</PresentationFormat>
  <Paragraphs>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Arial Black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Prince Vats 24310046</dc:creator>
  <cp:lastModifiedBy>Prince Vats 24310046</cp:lastModifiedBy>
  <cp:revision>5</cp:revision>
  <dcterms:created xsi:type="dcterms:W3CDTF">2026-09-22T17:11:06Z</dcterms:created>
  <dcterms:modified xsi:type="dcterms:W3CDTF">2026-09-24T09:00:27Z</dcterms:modified>
</cp:coreProperties>
</file>