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7997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2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767462"/>
            <a:ext cx="9179799" cy="375991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5672376"/>
            <a:ext cx="8099822" cy="2607442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12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9083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2692444"/>
            <a:ext cx="9314796" cy="4492401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7227345"/>
            <a:ext cx="9314796" cy="2362447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9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50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74990"/>
            <a:ext cx="9314796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2647443"/>
            <a:ext cx="4568805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3944914"/>
            <a:ext cx="4568805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2647443"/>
            <a:ext cx="4591306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3944914"/>
            <a:ext cx="459130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34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9929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2446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554968"/>
            <a:ext cx="5467380" cy="7674832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7608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554968"/>
            <a:ext cx="5467380" cy="7674832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009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537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574987"/>
            <a:ext cx="2328699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574987"/>
            <a:ext cx="6851100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1853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574990"/>
            <a:ext cx="9314796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874937"/>
            <a:ext cx="9314796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327A6-6E4D-4D84-8288-EF901B68E2D9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0009783"/>
            <a:ext cx="364492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6558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F27783B-E2DA-A0E9-4DA6-6792680BA11C}"/>
              </a:ext>
            </a:extLst>
          </p:cNvPr>
          <p:cNvSpPr txBox="1"/>
          <p:nvPr/>
        </p:nvSpPr>
        <p:spPr>
          <a:xfrm>
            <a:off x="0" y="1975867"/>
            <a:ext cx="10799762" cy="68480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3900" dirty="0">
                <a:solidFill>
                  <a:srgbClr val="FF4500"/>
                </a:solidFill>
                <a:latin typeface="Arial Black" panose="020B0A040201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PV</a:t>
            </a:r>
            <a:endParaRPr lang="en-IN" sz="43900" dirty="0">
              <a:solidFill>
                <a:srgbClr val="FF4500"/>
              </a:solidFill>
              <a:latin typeface="Arial Black" panose="020B0A04020102020204" pitchFamily="34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296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1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Arial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Vats 24310046</dc:creator>
  <cp:lastModifiedBy>Prince Vats 24310046</cp:lastModifiedBy>
  <cp:revision>4</cp:revision>
  <dcterms:created xsi:type="dcterms:W3CDTF">2026-09-22T17:11:06Z</dcterms:created>
  <dcterms:modified xsi:type="dcterms:W3CDTF">2026-09-23T18:03:07Z</dcterms:modified>
</cp:coreProperties>
</file>