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259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12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908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34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929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44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60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9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537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5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327A6-6E4D-4D84-8288-EF901B68E2D9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655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F27783B-E2DA-A0E9-4DA6-6792680BA11C}"/>
              </a:ext>
            </a:extLst>
          </p:cNvPr>
          <p:cNvSpPr txBox="1"/>
          <p:nvPr/>
        </p:nvSpPr>
        <p:spPr>
          <a:xfrm>
            <a:off x="0" y="1975867"/>
            <a:ext cx="10799762" cy="6848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900" dirty="0">
                <a:solidFill>
                  <a:srgbClr val="FF4500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PV</a:t>
            </a:r>
            <a:endParaRPr lang="en-IN" sz="43900" dirty="0">
              <a:solidFill>
                <a:srgbClr val="FF4500"/>
              </a:solidFill>
              <a:latin typeface="Arial Black" panose="020B0A04020102020204" pitchFamily="34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296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1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 24310046</dc:creator>
  <cp:lastModifiedBy>Prince Vats 24310046</cp:lastModifiedBy>
  <cp:revision>1</cp:revision>
  <dcterms:created xsi:type="dcterms:W3CDTF">2026-09-22T17:11:06Z</dcterms:created>
  <dcterms:modified xsi:type="dcterms:W3CDTF">2026-09-22T17:26:25Z</dcterms:modified>
</cp:coreProperties>
</file>