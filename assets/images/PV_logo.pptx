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7997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2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1767462"/>
            <a:ext cx="9179799" cy="3759917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5672376"/>
            <a:ext cx="8099822" cy="2607442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123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9083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2692444"/>
            <a:ext cx="9314796" cy="4492401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7227345"/>
            <a:ext cx="9314796" cy="2362447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82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9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50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74990"/>
            <a:ext cx="9314796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2647443"/>
            <a:ext cx="4568805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3944914"/>
            <a:ext cx="4568805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2647443"/>
            <a:ext cx="4591306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3944914"/>
            <a:ext cx="459130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334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9929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2446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1554968"/>
            <a:ext cx="5467380" cy="7674832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7608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1554968"/>
            <a:ext cx="5467380" cy="7674832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4009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537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574987"/>
            <a:ext cx="2328699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574987"/>
            <a:ext cx="6851100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1853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574990"/>
            <a:ext cx="9314796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2874937"/>
            <a:ext cx="9314796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10009783"/>
            <a:ext cx="364492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6558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B8D75D3-03D2-4076-C979-945CBC941AFD}"/>
              </a:ext>
            </a:extLst>
          </p:cNvPr>
          <p:cNvGrpSpPr/>
          <p:nvPr/>
        </p:nvGrpSpPr>
        <p:grpSpPr>
          <a:xfrm>
            <a:off x="0" y="0"/>
            <a:ext cx="10799762" cy="10799762"/>
            <a:chOff x="0" y="0"/>
            <a:chExt cx="10799762" cy="10799762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66B8EB38-0CEA-8E24-0679-E1F488268DD9}"/>
                </a:ext>
              </a:extLst>
            </p:cNvPr>
            <p:cNvSpPr/>
            <p:nvPr/>
          </p:nvSpPr>
          <p:spPr>
            <a:xfrm>
              <a:off x="0" y="0"/>
              <a:ext cx="10799762" cy="10799762"/>
            </a:xfrm>
            <a:prstGeom prst="round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27783B-E2DA-A0E9-4DA6-6792680BA11C}"/>
                </a:ext>
              </a:extLst>
            </p:cNvPr>
            <p:cNvSpPr txBox="1"/>
            <p:nvPr/>
          </p:nvSpPr>
          <p:spPr>
            <a:xfrm>
              <a:off x="0" y="1975867"/>
              <a:ext cx="10799762" cy="68480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3900" dirty="0">
                  <a:solidFill>
                    <a:srgbClr val="FF4500"/>
                  </a:solidFill>
                  <a:latin typeface="Arial Black" panose="020B0A04020102020204" pitchFamily="34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PV</a:t>
              </a:r>
              <a:endParaRPr lang="en-IN" sz="43900" dirty="0">
                <a:solidFill>
                  <a:srgbClr val="FF4500"/>
                </a:solidFill>
                <a:latin typeface="Arial Black" panose="020B0A04020102020204" pitchFamily="34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2296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1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Prince Vats 24310046</dc:creator>
  <cp:lastModifiedBy>Prince Vats 24310046</cp:lastModifiedBy>
  <cp:revision>3</cp:revision>
  <dcterms:created xsi:type="dcterms:W3CDTF">2026-09-22T17:11:06Z</dcterms:created>
  <dcterms:modified xsi:type="dcterms:W3CDTF">2026-09-23T17:59:42Z</dcterms:modified>
</cp:coreProperties>
</file>