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1" r:id="rId4"/>
    <p:sldId id="257" r:id="rId5"/>
    <p:sldId id="259" r:id="rId6"/>
    <p:sldId id="260" r:id="rId7"/>
  </p:sldIdLst>
  <p:sldSz cx="107997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8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767462"/>
            <a:ext cx="9179799" cy="375991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5672376"/>
            <a:ext cx="8099822" cy="260744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27A6-6E4D-4D84-8288-EF901B68E2D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9F43-0F5D-44D2-9C83-BC56F63D5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12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27A6-6E4D-4D84-8288-EF901B68E2D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9F43-0F5D-44D2-9C83-BC56F63D5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083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2692444"/>
            <a:ext cx="9314796" cy="4492401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7227345"/>
            <a:ext cx="9314796" cy="2362447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27A6-6E4D-4D84-8288-EF901B68E2D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9F43-0F5D-44D2-9C83-BC56F63D5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99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874937"/>
            <a:ext cx="4589899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874937"/>
            <a:ext cx="4589899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27A6-6E4D-4D84-8288-EF901B68E2D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9F43-0F5D-44D2-9C83-BC56F63D5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0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74990"/>
            <a:ext cx="9314796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2647443"/>
            <a:ext cx="4568805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3944914"/>
            <a:ext cx="4568805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2647443"/>
            <a:ext cx="4591306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3944914"/>
            <a:ext cx="459130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27A6-6E4D-4D84-8288-EF901B68E2D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9F43-0F5D-44D2-9C83-BC56F63D5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347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27A6-6E4D-4D84-8288-EF901B68E2D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9F43-0F5D-44D2-9C83-BC56F63D5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929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27A6-6E4D-4D84-8288-EF901B68E2D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9F43-0F5D-44D2-9C83-BC56F63D5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446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554968"/>
            <a:ext cx="5467380" cy="7674832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27A6-6E4D-4D84-8288-EF901B68E2D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9F43-0F5D-44D2-9C83-BC56F63D5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608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554968"/>
            <a:ext cx="5467380" cy="7674832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27A6-6E4D-4D84-8288-EF901B68E2D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9F43-0F5D-44D2-9C83-BC56F63D5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009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27A6-6E4D-4D84-8288-EF901B68E2D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9F43-0F5D-44D2-9C83-BC56F63D5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53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574987"/>
            <a:ext cx="2328699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574987"/>
            <a:ext cx="6851100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327A6-6E4D-4D84-8288-EF901B68E2D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9F43-0F5D-44D2-9C83-BC56F63D5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853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574990"/>
            <a:ext cx="9314796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874937"/>
            <a:ext cx="9314796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327A6-6E4D-4D84-8288-EF901B68E2D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0009783"/>
            <a:ext cx="364492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939F43-0F5D-44D2-9C83-BC56F63D5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558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27783B-E2DA-A0E9-4DA6-6792680BA11C}"/>
              </a:ext>
            </a:extLst>
          </p:cNvPr>
          <p:cNvSpPr txBox="1"/>
          <p:nvPr/>
        </p:nvSpPr>
        <p:spPr>
          <a:xfrm>
            <a:off x="0" y="1975867"/>
            <a:ext cx="10799762" cy="6848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3900" dirty="0">
                <a:solidFill>
                  <a:srgbClr val="FF4500"/>
                </a:solidFill>
                <a:latin typeface="Arial Black" panose="020B0A040201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PV</a:t>
            </a:r>
            <a:endParaRPr lang="en-IN" sz="43900" dirty="0">
              <a:solidFill>
                <a:srgbClr val="FF4500"/>
              </a:solidFill>
              <a:latin typeface="Arial Black" panose="020B0A040201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296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C30C3-DD72-A072-DF9E-9BF79F660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B0183E-A8F2-13C0-AB2B-1EEEB1E6BF1A}"/>
              </a:ext>
            </a:extLst>
          </p:cNvPr>
          <p:cNvSpPr txBox="1"/>
          <p:nvPr/>
        </p:nvSpPr>
        <p:spPr>
          <a:xfrm>
            <a:off x="1" y="3399333"/>
            <a:ext cx="1079976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5400" dirty="0">
                <a:solidFill>
                  <a:schemeClr val="bg1"/>
                </a:solidFill>
                <a:latin typeface="Arial Black" panose="020B0A040201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&lt;/PV&gt;</a:t>
            </a:r>
            <a:endParaRPr lang="en-IN" sz="25400" dirty="0">
              <a:solidFill>
                <a:schemeClr val="bg1"/>
              </a:solidFill>
              <a:latin typeface="Arial Black" panose="020B0A040201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611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627CA-7344-35E3-7D55-D9AB65BF4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7523B0-3C21-00BE-C83B-AAA7901C2F1C}"/>
              </a:ext>
            </a:extLst>
          </p:cNvPr>
          <p:cNvSpPr txBox="1"/>
          <p:nvPr/>
        </p:nvSpPr>
        <p:spPr>
          <a:xfrm>
            <a:off x="1" y="3399333"/>
            <a:ext cx="1079976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5400" dirty="0">
                <a:solidFill>
                  <a:schemeClr val="bg1"/>
                </a:solidFill>
                <a:latin typeface="Arial Black" panose="020B0A040201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&lt;</a:t>
            </a:r>
            <a:r>
              <a:rPr lang="en-GB" sz="25400" dirty="0">
                <a:solidFill>
                  <a:srgbClr val="FF4500"/>
                </a:solidFill>
                <a:latin typeface="Arial Black" panose="020B0A040201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/</a:t>
            </a:r>
            <a:r>
              <a:rPr lang="en-GB" sz="25400" dirty="0">
                <a:solidFill>
                  <a:schemeClr val="bg1"/>
                </a:solidFill>
                <a:latin typeface="Arial Black" panose="020B0A040201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PV&gt;</a:t>
            </a:r>
            <a:endParaRPr lang="en-IN" sz="25400" dirty="0">
              <a:solidFill>
                <a:schemeClr val="bg1"/>
              </a:solidFill>
              <a:latin typeface="Arial Black" panose="020B0A040201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035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8BEA6-0E7E-79BE-3D13-AD81B56A4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3CF23D-3C1B-2D52-1F8F-12FDA4155A31}"/>
              </a:ext>
            </a:extLst>
          </p:cNvPr>
          <p:cNvSpPr txBox="1"/>
          <p:nvPr/>
        </p:nvSpPr>
        <p:spPr>
          <a:xfrm>
            <a:off x="0" y="1975867"/>
            <a:ext cx="10799762" cy="6848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3900" dirty="0">
                <a:solidFill>
                  <a:schemeClr val="bg1"/>
                </a:solidFill>
                <a:latin typeface="Arial Black" panose="020B0A040201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PV</a:t>
            </a:r>
            <a:endParaRPr lang="en-IN" sz="43900" dirty="0">
              <a:solidFill>
                <a:schemeClr val="bg1"/>
              </a:solidFill>
              <a:latin typeface="Arial Black" panose="020B0A040201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805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CDA75-FC03-6A8F-7D9B-D2481D257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45264C-3B2F-9335-A46E-AE66D73C8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9" t="13894" r="15728" b="22406"/>
          <a:stretch>
            <a:fillRect/>
          </a:stretch>
        </p:blipFill>
        <p:spPr>
          <a:xfrm>
            <a:off x="0" y="2007783"/>
            <a:ext cx="10799763" cy="678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209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B678B-DB98-B092-BFE7-43FBDC1C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8E3348-84CC-409F-C8DC-D23A370A1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9" t="13894" r="15728" b="22406"/>
          <a:stretch>
            <a:fillRect/>
          </a:stretch>
        </p:blipFill>
        <p:spPr>
          <a:xfrm>
            <a:off x="0" y="2007783"/>
            <a:ext cx="10799763" cy="678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419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8</Words>
  <Application>Microsoft Office PowerPoint</Application>
  <PresentationFormat>Custom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Vats 24310046</dc:creator>
  <cp:lastModifiedBy>Prince Vats 24310046</cp:lastModifiedBy>
  <cp:revision>6</cp:revision>
  <dcterms:created xsi:type="dcterms:W3CDTF">2026-09-22T17:11:06Z</dcterms:created>
  <dcterms:modified xsi:type="dcterms:W3CDTF">2026-09-24T09:18:44Z</dcterms:modified>
</cp:coreProperties>
</file>