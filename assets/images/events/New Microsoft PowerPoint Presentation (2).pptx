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BC9D-ED91-5C6C-5D04-7AAF6C118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9CC9E-F37C-0869-EC5E-3CAF11972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B844F-D42D-4401-21AF-5334C720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50D8D-8682-5CF1-F05B-15B05F782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8A6F9-98C5-CB8E-4E95-674D618E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57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24A2-1139-84CC-17B5-27CAB387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BA8B-4D2B-24C6-2580-2609E6DAD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C9EEE-B304-D45D-2EC5-79B9DD66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46589-3800-E86F-C269-C72EA5A1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8204C-507E-C7F9-A523-B47DBAA7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0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5CB5-CBE2-7842-E92A-E65A6E40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8A2A1-CDE9-8E03-A1B8-2EA7DDEE4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3D953-476B-A6DE-7882-C14DBE86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6AF79-9FE9-DD24-E7F9-584D7D5E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82A5-8559-5CE4-4C7F-7A7C9034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16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E64E8-486C-D0E9-F8D1-38199D21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B706-9438-C702-7F87-0A0DB7371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8EE44-BD1A-BED3-BD7F-86D8C1669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EE889-974C-F56F-85A8-7571458A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8905B-15A6-D4FA-CBDF-9FEB9478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0F595-861F-DBA5-48F1-8B6ACFB0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36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7304-2E54-9184-0EBF-26DB2D69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9FE7C-2BC3-1A64-C8F2-42D1E0C11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C5DC3-3945-0A50-8839-C2926AE46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42DC0-E223-E85F-281C-2756C7CBB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54983-20C8-BAEC-9DF5-BE52CA584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C1B45-AC70-291B-6B9E-3E3EAA32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120A92-71AF-082F-A60B-0F913836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F9BBA6-8B86-9883-5D3C-29E6D93D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CB97-B290-DE1B-74E7-AAEBF75F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2B667-52DF-4300-45E3-70D3A9A5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1D2C4-D92D-0BE2-A288-65A5CAAA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1A24B-B9C6-0DB8-7620-4102C663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396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55128-B5A8-7595-B48F-C19958A2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583B58-8DC5-A451-5FB3-2CD356AC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2C70E-4206-9346-ACFE-078F963B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47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DDA3-2C30-134F-2230-2890942D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B3D1E-5CF5-CCEF-EE30-84E128E11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72494-0017-2DC9-55BA-45102E01B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59211-7F64-247D-D66F-C0476069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694CA-8AB2-51FB-BED5-14E4D3A4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82979-6E41-6BDE-8C4F-3A6E3D70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95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1473-377E-EB08-85C7-1D675D14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34D68-4F3E-B219-7AF6-301CDE56F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8A778-EFAE-02F5-934B-C7F22BA3F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A46AB-1ED8-2A46-9F8B-329620D9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07C6D-EC9B-CF4B-AF7D-62CCF6F36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124A7-369B-52A0-DC06-7EA33BD6E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48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6955-2DC0-7C56-DC63-59639B01C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B8722-2BBF-B0E5-699B-130A8089A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AC4DF-BB0C-9B83-77A6-809FC87F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51BAA-D659-B866-F0C7-943C8224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3F6DC-6272-8A19-447D-2AC445B8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67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376D2-D1C2-9EDA-185F-8933E6096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B90AF-01AA-0CB6-1A7E-3EFA52E33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75FB7-BF3F-5BA6-4718-B1A302E8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E481D-BEB7-14AC-EA7B-27C4B024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5EC00-BCF3-22E5-978C-978E6716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2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1F66F-DA15-4DA0-DBEA-B333B196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1FA12-9029-EC4D-6467-CAFC55320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0254B-3D20-836B-79CD-C45B01ABC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346A2-90C7-461C-838B-84FE41B8C19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5D033-35E5-FA0B-AC96-ACCE61F0D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04605-5959-753F-2095-CE7685A3B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B7BFB-B11E-4F87-95D0-93D09D350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338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269C4E-7A81-1DF2-7719-12AF2A89A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12"/>
          <a:stretch>
            <a:fillRect/>
          </a:stretch>
        </p:blipFill>
        <p:spPr>
          <a:xfrm>
            <a:off x="1766235" y="301382"/>
            <a:ext cx="8659529" cy="62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78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Vats 24310046</dc:creator>
  <cp:lastModifiedBy>Prince Vats 24310046</cp:lastModifiedBy>
  <cp:revision>1</cp:revision>
  <dcterms:created xsi:type="dcterms:W3CDTF">2026-09-19T20:25:29Z</dcterms:created>
  <dcterms:modified xsi:type="dcterms:W3CDTF">2026-09-19T20:28:28Z</dcterms:modified>
</cp:coreProperties>
</file>