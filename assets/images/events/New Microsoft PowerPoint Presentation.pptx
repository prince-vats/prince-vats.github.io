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5B8C2-8515-3A52-D2C4-4E29D2C398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B6EF22-B23F-C97D-6020-A7FF03E129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423A5-3488-4C7C-2D70-AFA2A8D00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6B1B-BEA7-470F-8F8E-7E75328F3576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139F0-9970-CA21-EA23-38A801579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FD100-3FEB-B48D-99CE-824C57B40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56397-4E40-4427-B7EA-DC9005F2B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663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86E15-98F7-81E0-8FD8-1516773DE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147B5-617F-A323-B0EC-C0C64688B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CACE4-B5FB-A993-5A55-6032D8F49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6B1B-BEA7-470F-8F8E-7E75328F3576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3054A-A6B0-78C2-131D-91844C1DF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BDE40-7E87-6F58-6C1C-39AE59198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56397-4E40-4427-B7EA-DC9005F2B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13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805B8-E7C3-2673-18CF-0F147CFD5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DC629-A3B9-47EC-86A4-59201F612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F76BE-573A-3C51-EC7F-0CBC49690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6B1B-BEA7-470F-8F8E-7E75328F3576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42CD3-12F5-4361-08AE-82327A48E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74339-4D53-8C6C-E8BC-9C3F25487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56397-4E40-4427-B7EA-DC9005F2B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F845C-1DDF-3111-5B0E-EF7F76195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9739F-E142-CEDD-A5A0-42AD8294B5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61B364-F43A-641E-2349-A4A145EB0E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D25798-8B62-4FB8-4C78-6CAEA39CC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6B1B-BEA7-470F-8F8E-7E75328F3576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8AF328-3A28-10A3-7DF2-70D1FA677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348A6-97EC-1DAC-0FFE-F0E1C6700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56397-4E40-4427-B7EA-DC9005F2B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10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49F7D-E30F-8C20-8D65-0D949D0CD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29944E-CBDF-A77B-43C7-C859DC189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740EC1-1E09-FFB8-0E24-E34417AC00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31405F-B51E-908E-B604-07D37C60B0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76606E-D4DC-089F-D993-CC4FB1E091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9FA744-DB7D-E2EC-AE1C-A2377972B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6B1B-BEA7-470F-8F8E-7E75328F3576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766CE4-998B-5A02-A7A5-162994465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D14E2E-DAF0-CE16-8D68-71367D381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56397-4E40-4427-B7EA-DC9005F2B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407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94F3B-CE93-A48D-D67E-AE3B4933C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FD34E4-BFA6-8A38-DDE0-97410ABD1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6B1B-BEA7-470F-8F8E-7E75328F3576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96120-5085-4287-7E8D-FE99EC2FE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78CB21-636F-DCA1-3D45-D19528C3A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56397-4E40-4427-B7EA-DC9005F2B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804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75D21E-5321-5E29-5320-39EE04F1A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6B1B-BEA7-470F-8F8E-7E75328F3576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9D2347-87EC-6940-C85F-434DB361B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17F0F-6AA7-BB9C-5E00-F7B1D25D8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56397-4E40-4427-B7EA-DC9005F2B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807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EA17D-4155-BD15-E993-7D75D8A44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A6716-A063-280E-9BDF-4D7AB99AE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0914CC-588C-DE3B-EA10-D5FB347EB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E37534-4BB6-4375-B773-4438DCBF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6B1B-BEA7-470F-8F8E-7E75328F3576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1C35E5-9172-B87E-F933-D5CCA0675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6A0B76-DBEA-BA5A-056C-44FAF8AC8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56397-4E40-4427-B7EA-DC9005F2B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61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5EC71-101F-7906-C83D-D21A05B6C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1CB935-AE1B-1254-49AD-33AF357B37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E344CE-B1EA-B3E6-F880-A7E8CDC01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281F6B-37D9-7A6E-D85E-B6243C5F6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6B1B-BEA7-470F-8F8E-7E75328F3576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801D6D-C9B8-EE8F-69F2-A293D7302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66846-4ED0-6684-F9E3-8DD172281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56397-4E40-4427-B7EA-DC9005F2B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770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98ECF-1B09-261A-6D47-B89F9DB71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206489-965C-3854-A6F3-8D48A6043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9E5F0-4A49-947A-3270-B6054BDC1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6B1B-BEA7-470F-8F8E-7E75328F3576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1691E-77A4-A1FB-6D32-C8EA053C6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97146-8FA6-C4CB-2FCF-44487BEB0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56397-4E40-4427-B7EA-DC9005F2B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290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69C43-C6F5-89F4-E17B-028B36D184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D63D80-5775-EAA5-ADFC-B328487D5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E5AD6-4BBA-9527-907C-4A8FAC429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6B1B-BEA7-470F-8F8E-7E75328F3576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A72C2-B4EF-51C4-2DD1-A6FA24778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3916D-78C5-7DA9-0054-7B21A1372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56397-4E40-4427-B7EA-DC9005F2B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832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F093C4-BF3E-BCCB-1C1E-C0498647D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54829B-8102-C15F-720E-F64989855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E41E6-69DD-BB73-895B-4ABCC69332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B96B1B-BEA7-470F-8F8E-7E75328F3576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D9F75-F82A-62A2-35C3-A1D0F99AEF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35247-03FC-983B-6E64-8A5A0C2C5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156397-4E40-4427-B7EA-DC9005F2B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576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B05538-4672-309C-F72E-0A6F6E1984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204053"/>
            <a:ext cx="11658600" cy="300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490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 Vats 24310046</dc:creator>
  <cp:lastModifiedBy>Prince Vats 24310046</cp:lastModifiedBy>
  <cp:revision>1</cp:revision>
  <dcterms:created xsi:type="dcterms:W3CDTF">2026-09-19T20:23:15Z</dcterms:created>
  <dcterms:modified xsi:type="dcterms:W3CDTF">2026-09-19T20:23:38Z</dcterms:modified>
</cp:coreProperties>
</file>